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Intelligent OTA Orchestration Layer</a:t>
            </a:r>
          </a:p>
          <a:p>
            <a:r>
              <a:t>Targeted • Ordered • Consent-Aware • Fully Traceable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Vehicles Are Now Software-Defined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vehicles consist of multiple ECUs with complex software applications.</a:t>
            </a:r>
          </a:p>
          <a:p>
            <a:pPr/>
            <a:r>
              <a:t>The real challenge is control over updates:</a:t>
            </a:r>
          </a:p>
          <a:p>
            <a:pPr lvl="1"/>
            <a:r>
              <a:t>Version Visibility: Which vehicle has which version?</a:t>
            </a:r>
          </a:p>
          <a:p>
            <a:pPr lvl="1"/>
            <a:r>
              <a:t>Update Applicability: Is the update applicable?</a:t>
            </a:r>
          </a:p>
          <a:p>
            <a:pPr lvl="1"/>
            <a:r>
              <a:t>User Consent: Has the user approved it?</a:t>
            </a:r>
          </a:p>
          <a:p>
            <a:pPr lvl="1"/>
            <a:r>
              <a:t>Tracking: Did it complete successfully?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VISTA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VISTA is our in-house orchestration platform replacing GSDP.</a:t>
            </a:r>
          </a:p>
          <a:p>
            <a:pPr/>
            <a:r>
              <a:t>Serves as the future foundation of the Cosmos OTA ecosystem.</a:t>
            </a:r>
          </a:p>
          <a:p>
            <a:pPr/>
            <a:r>
              <a:t>It acts as the intelligent control layer between business rollout decisions and execution.</a:t>
            </a:r>
          </a:p>
          <a:p>
            <a:pPr/>
            <a:r>
              <a:t>Ensures every single update is:</a:t>
            </a:r>
          </a:p>
          <a:p>
            <a:pPr lvl="1"/>
            <a:r>
              <a:t>Targeted, Ordered, Consent-aware, and Fully Traceable.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VISTA supports multiple target types out-of-the-box:</a:t>
            </a:r>
          </a:p>
          <a:p>
            <a:pPr lvl="1"/>
            <a:r>
              <a:t>Small ECUs &amp; Microcontrollers (lightweight firmware, Arduino-class)</a:t>
            </a:r>
          </a:p>
          <a:p>
            <a:pPr lvl="1"/>
            <a:r>
              <a:t>Larger ECUs (requiring full firmware and application updates)</a:t>
            </a:r>
          </a:p>
          <a:p>
            <a:pPr lvl="1"/>
            <a:r>
              <a:t>WL28 application updates delivered via the Redbend AOTA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DRM Provisioning (GSDP to SSDP)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WL28 on SSDP requires DRM provisioning support.</a:t>
            </a:r>
          </a:p>
          <a:p>
            <a:pPr/>
            <a:r>
              <a:t>We already have DRM provisioning in GSDP.</a:t>
            </a:r>
          </a:p>
          <a:p>
            <a:pPr/>
            <a:r>
              <a:t>The objective now is to implement equivalent — and enhanced — DRM capability within VISTA.</a:t>
            </a:r>
          </a:p>
          <a:p>
            <a:pPr/>
            <a:r>
              <a:t>Supports WL28 and future SSDP-based architecture.</a:t>
            </a:r>
          </a:p>
          <a:p>
            <a:pPr/>
            <a:r>
              <a:t>Over time, we will transition fully from GSDP to SSDP.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Ecosystem (The 4-Step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Cosmos RM (Rollout Manager)</a:t>
            </a:r>
          </a:p>
          <a:p>
            <a:pPr lvl="1"/>
            <a:r>
              <a:t>Defines 'What, Who, When' (business decisions).</a:t>
            </a:r>
          </a:p>
          <a:p>
            <a:pPr/>
            <a:r>
              <a:t>2. VISTA (Orchestration Layer)</a:t>
            </a:r>
          </a:p>
          <a:p>
            <a:pPr lvl="1"/>
            <a:r>
              <a:t>Converts business intent into ECU logic, tracks VIN/ECU state, generates DRM, manages consent.</a:t>
            </a:r>
          </a:p>
          <a:p>
            <a:pPr/>
            <a:r>
              <a:t>3. V2C Hub (Vehicle-Cloud Bridge)</a:t>
            </a:r>
          </a:p>
          <a:p>
            <a:pPr lvl="1"/>
            <a:r>
              <a:t>Secure message exchange to ECU, delivers ProvisioningPush.</a:t>
            </a:r>
          </a:p>
          <a:p>
            <a:pPr/>
            <a:r>
              <a:t>4. AOTA (Actual Execution)</a:t>
            </a:r>
          </a:p>
          <a:p>
            <a:pPr lvl="1"/>
            <a:r>
              <a:t>Receives deployment descriptor, applies update, reports status.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